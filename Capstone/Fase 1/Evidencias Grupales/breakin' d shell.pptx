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azydog" charset="1" panose="00000000000000000000"/>
      <p:regular r:id="rId15"/>
    </p:embeddedFont>
    <p:embeddedFont>
      <p:font typeface="Bungee" charset="1" panose="00000000000000000000"/>
      <p:regular r:id="rId16"/>
    </p:embeddedFont>
    <p:embeddedFont>
      <p:font typeface="HK Modular" charset="1" panose="00000800000000000000"/>
      <p:regular r:id="rId17"/>
    </p:embeddedFont>
    <p:embeddedFont>
      <p:font typeface="Libre Franklin Heavy" charset="1" panose="00000A00000000000000"/>
      <p:regular r:id="rId18"/>
    </p:embeddedFont>
    <p:embeddedFont>
      <p:font typeface="Public Sans" charset="1" panose="00000000000000000000"/>
      <p:regular r:id="rId19"/>
    </p:embeddedFont>
    <p:embeddedFont>
      <p:font typeface="TAN Headline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32.jpe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35.png" Type="http://schemas.openxmlformats.org/officeDocument/2006/relationships/image"/><Relationship Id="rId12" Target="../embeddings/oleObject1.bin" Type="http://schemas.openxmlformats.org/officeDocument/2006/relationships/oleObjec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1.jpeg" Type="http://schemas.openxmlformats.org/officeDocument/2006/relationships/image"/><Relationship Id="rId20" Target="../media/image21.svg" Type="http://schemas.openxmlformats.org/officeDocument/2006/relationships/image"/><Relationship Id="rId21" Target="../media/image22.png" Type="http://schemas.openxmlformats.org/officeDocument/2006/relationships/image"/><Relationship Id="rId22" Target="../media/image23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29" Target="../media/image30.png" Type="http://schemas.openxmlformats.org/officeDocument/2006/relationships/image"/><Relationship Id="rId3" Target="../media/image4.png" Type="http://schemas.openxmlformats.org/officeDocument/2006/relationships/image"/><Relationship Id="rId30" Target="../media/image31.svg" Type="http://schemas.openxmlformats.org/officeDocument/2006/relationships/image"/><Relationship Id="rId31" Target="../media/image2.png" Type="http://schemas.openxmlformats.org/officeDocument/2006/relationships/image"/><Relationship Id="rId32" Target="../media/image3.svg" Type="http://schemas.openxmlformats.org/officeDocument/2006/relationships/image"/><Relationship Id="rId33" Target="../media/image44.png" Type="http://schemas.openxmlformats.org/officeDocument/2006/relationships/image"/><Relationship Id="rId34" Target="../media/image45.svg" Type="http://schemas.openxmlformats.org/officeDocument/2006/relationships/image"/><Relationship Id="rId35" Target="../media/image46.png" Type="http://schemas.openxmlformats.org/officeDocument/2006/relationships/image"/><Relationship Id="rId36" Target="../media/image47.svg" Type="http://schemas.openxmlformats.org/officeDocument/2006/relationships/image"/><Relationship Id="rId37" Target="../media/image48.png" Type="http://schemas.openxmlformats.org/officeDocument/2006/relationships/image"/><Relationship Id="rId38" Target="../media/image49.svg" Type="http://schemas.openxmlformats.org/officeDocument/2006/relationships/image"/><Relationship Id="rId39" Target="../media/image50.png" Type="http://schemas.openxmlformats.org/officeDocument/2006/relationships/image"/><Relationship Id="rId4" Target="../media/image5.svg" Type="http://schemas.openxmlformats.org/officeDocument/2006/relationships/image"/><Relationship Id="rId40" Target="../media/image51.svg" Type="http://schemas.openxmlformats.org/officeDocument/2006/relationships/image"/><Relationship Id="rId41" Target="../media/image52.png" Type="http://schemas.openxmlformats.org/officeDocument/2006/relationships/image"/><Relationship Id="rId42" Target="../media/image53.svg" Type="http://schemas.openxmlformats.org/officeDocument/2006/relationships/image"/><Relationship Id="rId43" Target="../media/image54.png" Type="http://schemas.openxmlformats.org/officeDocument/2006/relationships/image"/><Relationship Id="rId44" Target="../media/image55.svg" Type="http://schemas.openxmlformats.org/officeDocument/2006/relationships/image"/><Relationship Id="rId45" Target="../media/image56.png" Type="http://schemas.openxmlformats.org/officeDocument/2006/relationships/image"/><Relationship Id="rId46" Target="../media/image57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68325" y="1953141"/>
            <a:ext cx="7712605" cy="14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3"/>
              </a:lnSpc>
            </a:pPr>
            <a:r>
              <a:rPr lang="en-US" sz="9439" spc="-16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26434" y="7166915"/>
            <a:ext cx="6435131" cy="269105"/>
          </a:xfrm>
          <a:custGeom>
            <a:avLst/>
            <a:gdLst/>
            <a:ahLst/>
            <a:cxnLst/>
            <a:rect r="r" b="b" t="t" l="l"/>
            <a:pathLst>
              <a:path h="269105" w="6435131">
                <a:moveTo>
                  <a:pt x="0" y="0"/>
                </a:moveTo>
                <a:lnTo>
                  <a:pt x="6435132" y="0"/>
                </a:lnTo>
                <a:lnTo>
                  <a:pt x="6435132" y="269105"/>
                </a:lnTo>
                <a:lnTo>
                  <a:pt x="0" y="269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739179">
            <a:off x="4485703" y="1631434"/>
            <a:ext cx="1230692" cy="1121049"/>
          </a:xfrm>
          <a:custGeom>
            <a:avLst/>
            <a:gdLst/>
            <a:ahLst/>
            <a:cxnLst/>
            <a:rect r="r" b="b" t="t" l="l"/>
            <a:pathLst>
              <a:path h="1121049" w="1230692">
                <a:moveTo>
                  <a:pt x="0" y="0"/>
                </a:moveTo>
                <a:lnTo>
                  <a:pt x="1230693" y="0"/>
                </a:lnTo>
                <a:lnTo>
                  <a:pt x="1230693" y="1121048"/>
                </a:lnTo>
                <a:lnTo>
                  <a:pt x="0" y="1121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024564">
            <a:off x="12188928" y="2175138"/>
            <a:ext cx="1184002" cy="1078519"/>
          </a:xfrm>
          <a:custGeom>
            <a:avLst/>
            <a:gdLst/>
            <a:ahLst/>
            <a:cxnLst/>
            <a:rect r="r" b="b" t="t" l="l"/>
            <a:pathLst>
              <a:path h="1078519" w="1184002">
                <a:moveTo>
                  <a:pt x="0" y="0"/>
                </a:moveTo>
                <a:lnTo>
                  <a:pt x="1184003" y="0"/>
                </a:lnTo>
                <a:lnTo>
                  <a:pt x="1184003" y="1078519"/>
                </a:lnTo>
                <a:lnTo>
                  <a:pt x="0" y="1078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700088" y="9258300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8158070" y="-743421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0" y="0"/>
                </a:moveTo>
                <a:lnTo>
                  <a:pt x="5210615" y="0"/>
                </a:lnTo>
                <a:lnTo>
                  <a:pt x="5210615" y="1676871"/>
                </a:lnTo>
                <a:lnTo>
                  <a:pt x="0" y="1676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15739008" y="-418062"/>
            <a:ext cx="3584967" cy="2953117"/>
          </a:xfrm>
          <a:custGeom>
            <a:avLst/>
            <a:gdLst/>
            <a:ahLst/>
            <a:cxnLst/>
            <a:rect r="r" b="b" t="t" l="l"/>
            <a:pathLst>
              <a:path h="2953117" w="3584967">
                <a:moveTo>
                  <a:pt x="0" y="0"/>
                </a:moveTo>
                <a:lnTo>
                  <a:pt x="3584967" y="0"/>
                </a:lnTo>
                <a:lnTo>
                  <a:pt x="3584967" y="2953117"/>
                </a:lnTo>
                <a:lnTo>
                  <a:pt x="0" y="29531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713015" y="9445795"/>
            <a:ext cx="3430985" cy="3532546"/>
          </a:xfrm>
          <a:custGeom>
            <a:avLst/>
            <a:gdLst/>
            <a:ahLst/>
            <a:cxnLst/>
            <a:rect r="r" b="b" t="t" l="l"/>
            <a:pathLst>
              <a:path h="3532546" w="3430985">
                <a:moveTo>
                  <a:pt x="0" y="0"/>
                </a:moveTo>
                <a:lnTo>
                  <a:pt x="3430985" y="0"/>
                </a:lnTo>
                <a:lnTo>
                  <a:pt x="3430985" y="3532546"/>
                </a:lnTo>
                <a:lnTo>
                  <a:pt x="0" y="3532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5400000">
            <a:off x="-229458" y="-1204618"/>
            <a:ext cx="3173540" cy="4114800"/>
          </a:xfrm>
          <a:custGeom>
            <a:avLst/>
            <a:gdLst/>
            <a:ahLst/>
            <a:cxnLst/>
            <a:rect r="r" b="b" t="t" l="l"/>
            <a:pathLst>
              <a:path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746851" y="9445795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2" y="0"/>
                </a:lnTo>
                <a:lnTo>
                  <a:pt x="4026522" y="2868897"/>
                </a:lnTo>
                <a:lnTo>
                  <a:pt x="0" y="28688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10648667">
            <a:off x="-1168431" y="5891076"/>
            <a:ext cx="2015470" cy="3324487"/>
          </a:xfrm>
          <a:custGeom>
            <a:avLst/>
            <a:gdLst/>
            <a:ahLst/>
            <a:cxnLst/>
            <a:rect r="r" b="b" t="t" l="l"/>
            <a:pathLst>
              <a:path h="3324487" w="2015470">
                <a:moveTo>
                  <a:pt x="0" y="0"/>
                </a:moveTo>
                <a:lnTo>
                  <a:pt x="2015471" y="0"/>
                </a:lnTo>
                <a:lnTo>
                  <a:pt x="2015471" y="3324487"/>
                </a:lnTo>
                <a:lnTo>
                  <a:pt x="0" y="33244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034819" y="7553320"/>
            <a:ext cx="897957" cy="1287393"/>
          </a:xfrm>
          <a:custGeom>
            <a:avLst/>
            <a:gdLst/>
            <a:ahLst/>
            <a:cxnLst/>
            <a:rect r="r" b="b" t="t" l="l"/>
            <a:pathLst>
              <a:path h="1287393" w="897957">
                <a:moveTo>
                  <a:pt x="0" y="0"/>
                </a:moveTo>
                <a:lnTo>
                  <a:pt x="897957" y="0"/>
                </a:lnTo>
                <a:lnTo>
                  <a:pt x="897957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981409" y="266023"/>
            <a:ext cx="3693950" cy="463423"/>
          </a:xfrm>
          <a:custGeom>
            <a:avLst/>
            <a:gdLst/>
            <a:ahLst/>
            <a:cxnLst/>
            <a:rect r="r" b="b" t="t" l="l"/>
            <a:pathLst>
              <a:path h="463423" w="3693950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5501810">
            <a:off x="17102962" y="4354942"/>
            <a:ext cx="2479461" cy="1549663"/>
          </a:xfrm>
          <a:custGeom>
            <a:avLst/>
            <a:gdLst/>
            <a:ahLst/>
            <a:cxnLst/>
            <a:rect r="r" b="b" t="t" l="l"/>
            <a:pathLst>
              <a:path h="1549663" w="2479461">
                <a:moveTo>
                  <a:pt x="0" y="0"/>
                </a:moveTo>
                <a:lnTo>
                  <a:pt x="2479462" y="0"/>
                </a:lnTo>
                <a:lnTo>
                  <a:pt x="2479462" y="1549664"/>
                </a:lnTo>
                <a:lnTo>
                  <a:pt x="0" y="154966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876448" y="9258300"/>
            <a:ext cx="2685557" cy="2111519"/>
          </a:xfrm>
          <a:custGeom>
            <a:avLst/>
            <a:gdLst/>
            <a:ahLst/>
            <a:cxnLst/>
            <a:rect r="r" b="b" t="t" l="l"/>
            <a:pathLst>
              <a:path h="2111519" w="2685557">
                <a:moveTo>
                  <a:pt x="0" y="0"/>
                </a:moveTo>
                <a:lnTo>
                  <a:pt x="2685557" y="0"/>
                </a:lnTo>
                <a:lnTo>
                  <a:pt x="2685557" y="2111519"/>
                </a:lnTo>
                <a:lnTo>
                  <a:pt x="0" y="211151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2532982" y="2632021"/>
            <a:ext cx="3665787" cy="3299209"/>
          </a:xfrm>
          <a:custGeom>
            <a:avLst/>
            <a:gdLst/>
            <a:ahLst/>
            <a:cxnLst/>
            <a:rect r="r" b="b" t="t" l="l"/>
            <a:pathLst>
              <a:path h="3299209" w="3665787">
                <a:moveTo>
                  <a:pt x="0" y="0"/>
                </a:moveTo>
                <a:lnTo>
                  <a:pt x="3665787" y="0"/>
                </a:lnTo>
                <a:lnTo>
                  <a:pt x="3665787" y="3299209"/>
                </a:lnTo>
                <a:lnTo>
                  <a:pt x="0" y="329920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3573977" y="-1499408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49" y="0"/>
                </a:lnTo>
                <a:lnTo>
                  <a:pt x="2345749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5713015" y="3578147"/>
            <a:ext cx="6969048" cy="114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8"/>
              </a:lnSpc>
              <a:spcBef>
                <a:spcPct val="0"/>
              </a:spcBef>
            </a:pPr>
            <a:r>
              <a:rPr lang="en-US" sz="8824" i="true">
                <a:solidFill>
                  <a:srgbClr val="F8D922"/>
                </a:solidFill>
                <a:latin typeface="Bungee"/>
                <a:ea typeface="Bungee"/>
                <a:cs typeface="Bungee"/>
                <a:sym typeface="Bungee"/>
              </a:rPr>
              <a:t>BREAKIN’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73401" y="4812478"/>
            <a:ext cx="2141198" cy="72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4"/>
              </a:lnSpc>
            </a:pPr>
            <a:r>
              <a:rPr lang="en-US" b="true" sz="5414" i="true" spc="85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79720" y="5606525"/>
            <a:ext cx="5320133" cy="135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6"/>
              </a:lnSpc>
            </a:pPr>
            <a:r>
              <a:rPr lang="en-US" b="true" sz="10196">
                <a:solidFill>
                  <a:srgbClr val="F8D922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SHELL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933385" y="9258300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818189" y="-2217756"/>
            <a:ext cx="3247656" cy="3343790"/>
          </a:xfrm>
          <a:custGeom>
            <a:avLst/>
            <a:gdLst/>
            <a:ahLst/>
            <a:cxnLst/>
            <a:rect r="r" b="b" t="t" l="l"/>
            <a:pathLst>
              <a:path h="3343790" w="3247656">
                <a:moveTo>
                  <a:pt x="0" y="0"/>
                </a:moveTo>
                <a:lnTo>
                  <a:pt x="3247656" y="0"/>
                </a:lnTo>
                <a:lnTo>
                  <a:pt x="3247656" y="3343789"/>
                </a:lnTo>
                <a:lnTo>
                  <a:pt x="0" y="33437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-229458" y="-1204618"/>
            <a:ext cx="3173540" cy="4114800"/>
          </a:xfrm>
          <a:custGeom>
            <a:avLst/>
            <a:gdLst/>
            <a:ahLst/>
            <a:cxnLst/>
            <a:rect r="r" b="b" t="t" l="l"/>
            <a:pathLst>
              <a:path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933385" y="321902"/>
            <a:ext cx="3693950" cy="463423"/>
          </a:xfrm>
          <a:custGeom>
            <a:avLst/>
            <a:gdLst/>
            <a:ahLst/>
            <a:cxnLst/>
            <a:rect r="r" b="b" t="t" l="l"/>
            <a:pathLst>
              <a:path h="463423" w="3693950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659221" y="9501675"/>
            <a:ext cx="3693950" cy="463423"/>
          </a:xfrm>
          <a:custGeom>
            <a:avLst/>
            <a:gdLst/>
            <a:ahLst/>
            <a:cxnLst/>
            <a:rect r="r" b="b" t="t" l="l"/>
            <a:pathLst>
              <a:path h="463423" w="3693950">
                <a:moveTo>
                  <a:pt x="0" y="0"/>
                </a:moveTo>
                <a:lnTo>
                  <a:pt x="3693951" y="0"/>
                </a:lnTo>
                <a:lnTo>
                  <a:pt x="3693951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1760887" y="1611075"/>
            <a:ext cx="6386840" cy="63868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7880" y="0"/>
                  </a:moveTo>
                  <a:lnTo>
                    <a:pt x="784920" y="0"/>
                  </a:lnTo>
                  <a:cubicBezTo>
                    <a:pt x="792314" y="0"/>
                    <a:pt x="799406" y="2937"/>
                    <a:pt x="804634" y="8166"/>
                  </a:cubicBezTo>
                  <a:cubicBezTo>
                    <a:pt x="809863" y="13394"/>
                    <a:pt x="812800" y="20486"/>
                    <a:pt x="812800" y="27880"/>
                  </a:cubicBezTo>
                  <a:lnTo>
                    <a:pt x="812800" y="784920"/>
                  </a:lnTo>
                  <a:cubicBezTo>
                    <a:pt x="812800" y="792314"/>
                    <a:pt x="809863" y="799406"/>
                    <a:pt x="804634" y="804634"/>
                  </a:cubicBezTo>
                  <a:cubicBezTo>
                    <a:pt x="799406" y="809863"/>
                    <a:pt x="792314" y="812800"/>
                    <a:pt x="784920" y="812800"/>
                  </a:cubicBezTo>
                  <a:lnTo>
                    <a:pt x="27880" y="812800"/>
                  </a:lnTo>
                  <a:cubicBezTo>
                    <a:pt x="20486" y="812800"/>
                    <a:pt x="13394" y="809863"/>
                    <a:pt x="8166" y="804634"/>
                  </a:cubicBezTo>
                  <a:cubicBezTo>
                    <a:pt x="2937" y="799406"/>
                    <a:pt x="0" y="792314"/>
                    <a:pt x="0" y="784920"/>
                  </a:cubicBezTo>
                  <a:lnTo>
                    <a:pt x="0" y="27880"/>
                  </a:lnTo>
                  <a:cubicBezTo>
                    <a:pt x="0" y="20486"/>
                    <a:pt x="2937" y="13394"/>
                    <a:pt x="8166" y="8166"/>
                  </a:cubicBezTo>
                  <a:cubicBezTo>
                    <a:pt x="13394" y="2937"/>
                    <a:pt x="20486" y="0"/>
                    <a:pt x="27880" y="0"/>
                  </a:cubicBezTo>
                  <a:close/>
                </a:path>
              </a:pathLst>
            </a:custGeom>
            <a:blipFill>
              <a:blip r:embed="rId11"/>
              <a:stretch>
                <a:fillRect l="-78303" t="0" r="-7830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606683" y="2996880"/>
            <a:ext cx="2695247" cy="3692119"/>
          </a:xfrm>
          <a:custGeom>
            <a:avLst/>
            <a:gdLst/>
            <a:ahLst/>
            <a:cxnLst/>
            <a:rect r="r" b="b" t="t" l="l"/>
            <a:pathLst>
              <a:path h="3692119" w="2695247">
                <a:moveTo>
                  <a:pt x="0" y="0"/>
                </a:moveTo>
                <a:lnTo>
                  <a:pt x="2695247" y="0"/>
                </a:lnTo>
                <a:lnTo>
                  <a:pt x="2695247" y="3692119"/>
                </a:lnTo>
                <a:lnTo>
                  <a:pt x="0" y="3692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56926" y="2397754"/>
            <a:ext cx="8202295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690"/>
              </a:lnSpc>
            </a:pPr>
            <a:r>
              <a:rPr lang="en-US" sz="8500">
                <a:solidFill>
                  <a:srgbClr val="F8D922"/>
                </a:solidFill>
                <a:latin typeface="Lazydog"/>
                <a:ea typeface="Lazydog"/>
                <a:cs typeface="Lazydog"/>
                <a:sym typeface="Lazydog"/>
              </a:rPr>
              <a:t>PRoblematica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20" y="4827461"/>
            <a:ext cx="11379277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300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 - Existen distintos niños en el periodo de la     preadolecencia-adolecencia los cuales no se sienten preparados para afrontar distintas dificultades o presentan problemas al momento de hacer cosas que los saquen de su zona de confort</a:t>
            </a:r>
          </a:p>
          <a:p>
            <a:pPr algn="l">
              <a:lnSpc>
                <a:spcPts val="34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52314" y="5543550"/>
            <a:ext cx="12583372" cy="3932104"/>
            <a:chOff x="0" y="0"/>
            <a:chExt cx="3314139" cy="10356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14139" cy="1035616"/>
            </a:xfrm>
            <a:custGeom>
              <a:avLst/>
              <a:gdLst/>
              <a:ahLst/>
              <a:cxnLst/>
              <a:rect r="r" b="b" t="t" l="l"/>
              <a:pathLst>
                <a:path h="1035616" w="3314139">
                  <a:moveTo>
                    <a:pt x="31378" y="0"/>
                  </a:moveTo>
                  <a:lnTo>
                    <a:pt x="3282761" y="0"/>
                  </a:lnTo>
                  <a:cubicBezTo>
                    <a:pt x="3300091" y="0"/>
                    <a:pt x="3314139" y="14048"/>
                    <a:pt x="3314139" y="31378"/>
                  </a:cubicBezTo>
                  <a:lnTo>
                    <a:pt x="3314139" y="1004238"/>
                  </a:lnTo>
                  <a:cubicBezTo>
                    <a:pt x="3314139" y="1012560"/>
                    <a:pt x="3310833" y="1020541"/>
                    <a:pt x="3304949" y="1026426"/>
                  </a:cubicBezTo>
                  <a:cubicBezTo>
                    <a:pt x="3299065" y="1032310"/>
                    <a:pt x="3291083" y="1035616"/>
                    <a:pt x="3282761" y="1035616"/>
                  </a:cubicBezTo>
                  <a:lnTo>
                    <a:pt x="31378" y="1035616"/>
                  </a:lnTo>
                  <a:cubicBezTo>
                    <a:pt x="23056" y="1035616"/>
                    <a:pt x="15075" y="1032310"/>
                    <a:pt x="9190" y="1026426"/>
                  </a:cubicBezTo>
                  <a:cubicBezTo>
                    <a:pt x="3306" y="1020541"/>
                    <a:pt x="0" y="1012560"/>
                    <a:pt x="0" y="1004238"/>
                  </a:cubicBezTo>
                  <a:lnTo>
                    <a:pt x="0" y="31378"/>
                  </a:lnTo>
                  <a:cubicBezTo>
                    <a:pt x="0" y="23056"/>
                    <a:pt x="3306" y="15075"/>
                    <a:pt x="9190" y="9190"/>
                  </a:cubicBezTo>
                  <a:cubicBezTo>
                    <a:pt x="15075" y="3306"/>
                    <a:pt x="23056" y="0"/>
                    <a:pt x="31378" y="0"/>
                  </a:cubicBezTo>
                  <a:close/>
                </a:path>
              </a:pathLst>
            </a:custGeom>
            <a:solidFill>
              <a:srgbClr val="12507A"/>
            </a:solidFill>
            <a:ln w="28575" cap="rnd">
              <a:solidFill>
                <a:srgbClr val="D5E6E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3314139" cy="94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7232" y="1394686"/>
            <a:ext cx="13214593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90"/>
              </a:lnSpc>
              <a:spcBef>
                <a:spcPct val="0"/>
              </a:spcBef>
            </a:pPr>
            <a:r>
              <a:rPr lang="en-US" sz="8500" strike="noStrike" u="none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Introducción a: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493096" y="-754562"/>
            <a:ext cx="6109506" cy="1966150"/>
          </a:xfrm>
          <a:custGeom>
            <a:avLst/>
            <a:gdLst/>
            <a:ahLst/>
            <a:cxnLst/>
            <a:rect r="r" b="b" t="t" l="l"/>
            <a:pathLst>
              <a:path h="1966150" w="6109506">
                <a:moveTo>
                  <a:pt x="0" y="0"/>
                </a:moveTo>
                <a:lnTo>
                  <a:pt x="6109505" y="0"/>
                </a:lnTo>
                <a:lnTo>
                  <a:pt x="6109505" y="1966150"/>
                </a:lnTo>
                <a:lnTo>
                  <a:pt x="0" y="196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746851" y="9116938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2" y="0"/>
                </a:lnTo>
                <a:lnTo>
                  <a:pt x="4026522" y="2868897"/>
                </a:lnTo>
                <a:lnTo>
                  <a:pt x="0" y="2868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7339924"/>
            <a:ext cx="897957" cy="1287393"/>
          </a:xfrm>
          <a:custGeom>
            <a:avLst/>
            <a:gdLst/>
            <a:ahLst/>
            <a:cxnLst/>
            <a:rect r="r" b="b" t="t" l="l"/>
            <a:pathLst>
              <a:path h="1287393" w="897957">
                <a:moveTo>
                  <a:pt x="0" y="0"/>
                </a:moveTo>
                <a:lnTo>
                  <a:pt x="897957" y="0"/>
                </a:lnTo>
                <a:lnTo>
                  <a:pt x="897957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86027" y="9078995"/>
            <a:ext cx="3261822" cy="2564607"/>
          </a:xfrm>
          <a:custGeom>
            <a:avLst/>
            <a:gdLst/>
            <a:ahLst/>
            <a:cxnLst/>
            <a:rect r="r" b="b" t="t" l="l"/>
            <a:pathLst>
              <a:path h="2564607" w="3261822">
                <a:moveTo>
                  <a:pt x="0" y="0"/>
                </a:moveTo>
                <a:lnTo>
                  <a:pt x="3261821" y="0"/>
                </a:lnTo>
                <a:lnTo>
                  <a:pt x="3261821" y="2564608"/>
                </a:lnTo>
                <a:lnTo>
                  <a:pt x="0" y="25646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46851" y="-605637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4059529" y="2937960"/>
            <a:ext cx="6549998" cy="8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  <a:spcBef>
                <a:spcPct val="0"/>
              </a:spcBef>
            </a:pPr>
            <a:r>
              <a:rPr lang="en-US" sz="6665" i="true">
                <a:solidFill>
                  <a:srgbClr val="F8D922"/>
                </a:solidFill>
                <a:latin typeface="Bungee"/>
                <a:ea typeface="Bungee"/>
                <a:cs typeface="Bungee"/>
                <a:sym typeface="Bungee"/>
              </a:rPr>
              <a:t>BREAKIN’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2870" y="3867549"/>
            <a:ext cx="1746657" cy="59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b="true" sz="4416" i="true" spc="69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09527" y="4316258"/>
            <a:ext cx="2566483" cy="82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0"/>
              </a:lnSpc>
            </a:pPr>
            <a:r>
              <a:rPr lang="en-US" b="true" sz="6250">
                <a:solidFill>
                  <a:srgbClr val="FFD02B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EGG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01697" y="6064332"/>
            <a:ext cx="622410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spc="-31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HERRAMIENTA INFORMATICA: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5805" y="6229530"/>
            <a:ext cx="4963150" cy="46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b="true" sz="3448" i="true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VIDEOJUEGO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01697" y="6767913"/>
            <a:ext cx="6224108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31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Enfocada a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06361" y="6796487"/>
            <a:ext cx="6401018" cy="62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spc="-303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Niños De entre 9 a 15 Años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5832" y="7528802"/>
            <a:ext cx="255404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spc="-31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Necesidad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06361" y="7656957"/>
            <a:ext cx="896731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pc="-20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Utilizar herramientas infomaticas para ser utilizadas por niños a la par de sesiones psicologicas y/o pedagogicas para enseñarles a afronta el como empezar a afrontar el mundo a partir de los cambios en la edad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29806" y="8368156"/>
            <a:ext cx="1860613" cy="66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5"/>
              </a:lnSpc>
              <a:spcBef>
                <a:spcPct val="0"/>
              </a:spcBef>
            </a:pPr>
            <a:r>
              <a:rPr lang="en-US" sz="4513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PEro...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6476" y="2475034"/>
            <a:ext cx="13235048" cy="493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850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Que es</a:t>
            </a:r>
          </a:p>
          <a:p>
            <a:pPr algn="ctr">
              <a:lnSpc>
                <a:spcPts val="9690"/>
              </a:lnSpc>
            </a:pPr>
            <a:r>
              <a:rPr lang="en-US" sz="850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</a:p>
          <a:p>
            <a:pPr algn="ctr" marL="0" indent="0" lvl="1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D5E6EB"/>
                </a:solidFill>
                <a:latin typeface="Lazydog"/>
                <a:ea typeface="Lazydog"/>
                <a:cs typeface="Lazydog"/>
                <a:sym typeface="Lazydog"/>
              </a:rPr>
              <a:t>De que va a tratar “Breakin’ the shell”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700088" y="9258300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5739008" y="-418062"/>
            <a:ext cx="3584967" cy="2953117"/>
          </a:xfrm>
          <a:custGeom>
            <a:avLst/>
            <a:gdLst/>
            <a:ahLst/>
            <a:cxnLst/>
            <a:rect r="r" b="b" t="t" l="l"/>
            <a:pathLst>
              <a:path h="2953117" w="3584967">
                <a:moveTo>
                  <a:pt x="0" y="0"/>
                </a:moveTo>
                <a:lnTo>
                  <a:pt x="3584967" y="0"/>
                </a:lnTo>
                <a:lnTo>
                  <a:pt x="3584967" y="2953117"/>
                </a:lnTo>
                <a:lnTo>
                  <a:pt x="0" y="2953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664539" y="-774832"/>
            <a:ext cx="2479461" cy="1549663"/>
          </a:xfrm>
          <a:custGeom>
            <a:avLst/>
            <a:gdLst/>
            <a:ahLst/>
            <a:cxnLst/>
            <a:rect r="r" b="b" t="t" l="l"/>
            <a:pathLst>
              <a:path h="1549663" w="2479461">
                <a:moveTo>
                  <a:pt x="0" y="0"/>
                </a:moveTo>
                <a:lnTo>
                  <a:pt x="2479461" y="0"/>
                </a:lnTo>
                <a:lnTo>
                  <a:pt x="2479461" y="1549664"/>
                </a:lnTo>
                <a:lnTo>
                  <a:pt x="0" y="15496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308325" y="8913673"/>
            <a:ext cx="3665787" cy="3299209"/>
          </a:xfrm>
          <a:custGeom>
            <a:avLst/>
            <a:gdLst/>
            <a:ahLst/>
            <a:cxnLst/>
            <a:rect r="r" b="b" t="t" l="l"/>
            <a:pathLst>
              <a:path h="3299209" w="3665787">
                <a:moveTo>
                  <a:pt x="0" y="0"/>
                </a:moveTo>
                <a:lnTo>
                  <a:pt x="3665787" y="0"/>
                </a:lnTo>
                <a:lnTo>
                  <a:pt x="3665787" y="3299209"/>
                </a:lnTo>
                <a:lnTo>
                  <a:pt x="0" y="32992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-229458" y="-1204618"/>
            <a:ext cx="3173540" cy="4114800"/>
          </a:xfrm>
          <a:custGeom>
            <a:avLst/>
            <a:gdLst/>
            <a:ahLst/>
            <a:cxnLst/>
            <a:rect r="r" b="b" t="t" l="l"/>
            <a:pathLst>
              <a:path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15364308" y="7524468"/>
            <a:ext cx="3173540" cy="4114800"/>
          </a:xfrm>
          <a:custGeom>
            <a:avLst/>
            <a:gdLst/>
            <a:ahLst/>
            <a:cxnLst/>
            <a:rect r="r" b="b" t="t" l="l"/>
            <a:pathLst>
              <a:path h="4114800" w="3173540">
                <a:moveTo>
                  <a:pt x="0" y="0"/>
                </a:moveTo>
                <a:lnTo>
                  <a:pt x="3173540" y="0"/>
                </a:lnTo>
                <a:lnTo>
                  <a:pt x="3173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0" y="2551763"/>
            <a:ext cx="7566015" cy="206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sz="2846">
                <a:solidFill>
                  <a:srgbClr val="D9D9D9"/>
                </a:solidFill>
                <a:latin typeface="Lazydog"/>
                <a:ea typeface="Lazydog"/>
                <a:cs typeface="Lazydog"/>
                <a:sym typeface="Lazydog"/>
              </a:rPr>
              <a:t> “D</a:t>
            </a:r>
            <a:r>
              <a:rPr lang="en-US" sz="2846">
                <a:solidFill>
                  <a:srgbClr val="D9D9D9"/>
                </a:solidFill>
                <a:latin typeface="Lazydog"/>
                <a:ea typeface="Lazydog"/>
                <a:cs typeface="Lazydog"/>
                <a:sym typeface="Lazydog"/>
              </a:rPr>
              <a:t>esarrollar una solución de software utilizando técnicas que permitan sistematizar el proceso de desarrollo y mantenimiento, asegurando el logro de los objetivos.”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5129" y="2558182"/>
            <a:ext cx="7682871" cy="164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8"/>
              </a:lnSpc>
              <a:spcBef>
                <a:spcPct val="0"/>
              </a:spcBef>
            </a:pPr>
            <a:r>
              <a:rPr lang="en-US" sz="2832">
                <a:solidFill>
                  <a:srgbClr val="B4B4B4"/>
                </a:solidFill>
                <a:latin typeface="Lazydog"/>
                <a:ea typeface="Lazydog"/>
                <a:cs typeface="Lazydog"/>
                <a:sym typeface="Lazydog"/>
              </a:rPr>
              <a:t>“Ofrecer propu</a:t>
            </a:r>
            <a:r>
              <a:rPr lang="en-US" sz="2832">
                <a:solidFill>
                  <a:srgbClr val="B4B4B4"/>
                </a:solidFill>
                <a:latin typeface="Lazydog"/>
                <a:ea typeface="Lazydog"/>
                <a:cs typeface="Lazydog"/>
                <a:sym typeface="Lazydog"/>
              </a:rPr>
              <a:t>estas de solución informática analizando de forma integral los procesos de acuerdo con los requerimientos de la organización.”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062" y="5805405"/>
            <a:ext cx="15906257" cy="385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B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r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k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i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’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 t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e 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4447" u="sng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l</a:t>
            </a:r>
            <a:r>
              <a:rPr lang="en-US" sz="4447" u="sng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l</a:t>
            </a:r>
            <a:r>
              <a:rPr lang="en-US" sz="4447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 será un videojuego acerca de un pollito aún dentro de su cascara, que deberá aprender a desprenderse poco a poco de esta para poder superar distintas etapas hasta que finalmente se desprenda de toda para poder enfrentarse al ultimo reto: Volar.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9527" y="725698"/>
            <a:ext cx="11328946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Competencias duras: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1102" y="9462410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1" y="0"/>
                </a:lnTo>
                <a:lnTo>
                  <a:pt x="4026521" y="2868896"/>
                </a:lnTo>
                <a:lnTo>
                  <a:pt x="0" y="28688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27623" y="-369661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2"/>
                </a:lnTo>
                <a:lnTo>
                  <a:pt x="0" y="279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5956929" y="-754562"/>
            <a:ext cx="5884483" cy="1893734"/>
          </a:xfrm>
          <a:custGeom>
            <a:avLst/>
            <a:gdLst/>
            <a:ahLst/>
            <a:cxnLst/>
            <a:rect r="r" b="b" t="t" l="l"/>
            <a:pathLst>
              <a:path h="1893734" w="5884483">
                <a:moveTo>
                  <a:pt x="0" y="0"/>
                </a:moveTo>
                <a:lnTo>
                  <a:pt x="5884483" y="0"/>
                </a:lnTo>
                <a:lnTo>
                  <a:pt x="5884483" y="1893734"/>
                </a:lnTo>
                <a:lnTo>
                  <a:pt x="0" y="18937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019632" y="1847921"/>
            <a:ext cx="14622810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Metodología seleccionada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2740" y="3369330"/>
            <a:ext cx="5236594" cy="190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17"/>
              </a:lnSpc>
              <a:spcBef>
                <a:spcPct val="0"/>
              </a:spcBef>
            </a:pPr>
            <a:r>
              <a:rPr lang="en-US" sz="12909">
                <a:solidFill>
                  <a:srgbClr val="F8D922"/>
                </a:solidFill>
                <a:latin typeface="Lazydog"/>
                <a:ea typeface="Lazydog"/>
                <a:cs typeface="Lazydog"/>
                <a:sym typeface="Lazydog"/>
              </a:rPr>
              <a:t>SCRUM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9632" y="5678978"/>
            <a:ext cx="13837300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modalidad seleccionada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4451" y="7324905"/>
            <a:ext cx="6729439" cy="253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9"/>
              </a:lnSpc>
              <a:spcBef>
                <a:spcPct val="0"/>
              </a:spcBef>
            </a:pPr>
            <a:r>
              <a:rPr lang="en-US" sz="8744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Sprints Semanales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1102" y="9462410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1" y="0"/>
                </a:lnTo>
                <a:lnTo>
                  <a:pt x="4026521" y="2868896"/>
                </a:lnTo>
                <a:lnTo>
                  <a:pt x="0" y="28688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46977" y="-1033925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5956929" y="-754562"/>
            <a:ext cx="5884483" cy="1893734"/>
          </a:xfrm>
          <a:custGeom>
            <a:avLst/>
            <a:gdLst/>
            <a:ahLst/>
            <a:cxnLst/>
            <a:rect r="r" b="b" t="t" l="l"/>
            <a:pathLst>
              <a:path h="1893734" w="5884483">
                <a:moveTo>
                  <a:pt x="0" y="0"/>
                </a:moveTo>
                <a:lnTo>
                  <a:pt x="5884483" y="0"/>
                </a:lnTo>
                <a:lnTo>
                  <a:pt x="5884483" y="1893734"/>
                </a:lnTo>
                <a:lnTo>
                  <a:pt x="0" y="18937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-700088" y="9258300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495663" y="8888639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49" y="0"/>
                </a:lnTo>
                <a:lnTo>
                  <a:pt x="2345749" y="2796722"/>
                </a:lnTo>
                <a:lnTo>
                  <a:pt x="0" y="279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8" id="8"/>
          <p:cNvGraphicFramePr/>
          <p:nvPr/>
        </p:nvGraphicFramePr>
        <p:xfrm>
          <a:off x="644952" y="1485807"/>
          <a:ext cx="16230600" cy="6612467"/>
        </p:xfrm>
        <a:graphic>
          <a:graphicData uri="http://schemas.openxmlformats.org/presentationml/2006/ole">
            <p:oleObj imgW="19469100" imgH="98552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007941" y="239930"/>
            <a:ext cx="10272117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carta Gantt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493096" y="-754562"/>
            <a:ext cx="6109506" cy="1966150"/>
          </a:xfrm>
          <a:custGeom>
            <a:avLst/>
            <a:gdLst/>
            <a:ahLst/>
            <a:cxnLst/>
            <a:rect r="r" b="b" t="t" l="l"/>
            <a:pathLst>
              <a:path h="1966150" w="6109506">
                <a:moveTo>
                  <a:pt x="0" y="0"/>
                </a:moveTo>
                <a:lnTo>
                  <a:pt x="6109505" y="0"/>
                </a:lnTo>
                <a:lnTo>
                  <a:pt x="6109505" y="1966150"/>
                </a:lnTo>
                <a:lnTo>
                  <a:pt x="0" y="196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46851" y="9116938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2" y="0"/>
                </a:lnTo>
                <a:lnTo>
                  <a:pt x="4026522" y="2868897"/>
                </a:lnTo>
                <a:lnTo>
                  <a:pt x="0" y="2868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86027" y="9078995"/>
            <a:ext cx="3261822" cy="2564607"/>
          </a:xfrm>
          <a:custGeom>
            <a:avLst/>
            <a:gdLst/>
            <a:ahLst/>
            <a:cxnLst/>
            <a:rect r="r" b="b" t="t" l="l"/>
            <a:pathLst>
              <a:path h="2564607" w="3261822">
                <a:moveTo>
                  <a:pt x="0" y="0"/>
                </a:moveTo>
                <a:lnTo>
                  <a:pt x="3261821" y="0"/>
                </a:lnTo>
                <a:lnTo>
                  <a:pt x="3261821" y="2564608"/>
                </a:lnTo>
                <a:lnTo>
                  <a:pt x="0" y="25646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746851" y="-605637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563139" y="1379406"/>
            <a:ext cx="7250460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entregables: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4473" y="3375998"/>
            <a:ext cx="12297370" cy="493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8500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carta gantt</a:t>
            </a:r>
          </a:p>
          <a:p>
            <a:pPr algn="ctr">
              <a:lnSpc>
                <a:spcPts val="9690"/>
              </a:lnSpc>
            </a:pPr>
            <a:r>
              <a:rPr lang="en-US" sz="8500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informe</a:t>
            </a:r>
          </a:p>
          <a:p>
            <a:pPr algn="ctr">
              <a:lnSpc>
                <a:spcPts val="9690"/>
              </a:lnSpc>
            </a:pPr>
            <a:r>
              <a:rPr lang="en-US" sz="8500">
                <a:solidFill>
                  <a:srgbClr val="FFD02B"/>
                </a:solidFill>
                <a:latin typeface="Lazydog"/>
                <a:ea typeface="Lazydog"/>
                <a:cs typeface="Lazydog"/>
                <a:sym typeface="Lazydog"/>
              </a:rPr>
              <a:t>documentación testeo</a:t>
            </a:r>
          </a:p>
          <a:p>
            <a:pPr algn="ctr">
              <a:lnSpc>
                <a:spcPts val="96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81" r="0" b="-225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39179">
            <a:off x="4941249" y="2529272"/>
            <a:ext cx="1230692" cy="1121049"/>
          </a:xfrm>
          <a:custGeom>
            <a:avLst/>
            <a:gdLst/>
            <a:ahLst/>
            <a:cxnLst/>
            <a:rect r="r" b="b" t="t" l="l"/>
            <a:pathLst>
              <a:path h="1121049" w="1230692">
                <a:moveTo>
                  <a:pt x="0" y="0"/>
                </a:moveTo>
                <a:lnTo>
                  <a:pt x="1230692" y="0"/>
                </a:lnTo>
                <a:lnTo>
                  <a:pt x="1230692" y="1121049"/>
                </a:lnTo>
                <a:lnTo>
                  <a:pt x="0" y="1121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4564">
            <a:off x="12168224" y="3072977"/>
            <a:ext cx="1184002" cy="1078519"/>
          </a:xfrm>
          <a:custGeom>
            <a:avLst/>
            <a:gdLst/>
            <a:ahLst/>
            <a:cxnLst/>
            <a:rect r="r" b="b" t="t" l="l"/>
            <a:pathLst>
              <a:path h="1078519" w="1184002">
                <a:moveTo>
                  <a:pt x="0" y="0"/>
                </a:moveTo>
                <a:lnTo>
                  <a:pt x="1184002" y="0"/>
                </a:lnTo>
                <a:lnTo>
                  <a:pt x="1184002" y="1078519"/>
                </a:lnTo>
                <a:lnTo>
                  <a:pt x="0" y="1078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700088" y="9258300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0800000">
            <a:off x="8158070" y="-743421"/>
            <a:ext cx="5210615" cy="1676871"/>
          </a:xfrm>
          <a:custGeom>
            <a:avLst/>
            <a:gdLst/>
            <a:ahLst/>
            <a:cxnLst/>
            <a:rect r="r" b="b" t="t" l="l"/>
            <a:pathLst>
              <a:path h="1676871" w="5210615">
                <a:moveTo>
                  <a:pt x="0" y="0"/>
                </a:moveTo>
                <a:lnTo>
                  <a:pt x="5210615" y="0"/>
                </a:lnTo>
                <a:lnTo>
                  <a:pt x="5210615" y="1676871"/>
                </a:lnTo>
                <a:lnTo>
                  <a:pt x="0" y="16768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5739008" y="-418062"/>
            <a:ext cx="3584967" cy="2953117"/>
          </a:xfrm>
          <a:custGeom>
            <a:avLst/>
            <a:gdLst/>
            <a:ahLst/>
            <a:cxnLst/>
            <a:rect r="r" b="b" t="t" l="l"/>
            <a:pathLst>
              <a:path h="2953117" w="3584967">
                <a:moveTo>
                  <a:pt x="0" y="0"/>
                </a:moveTo>
                <a:lnTo>
                  <a:pt x="3584967" y="0"/>
                </a:lnTo>
                <a:lnTo>
                  <a:pt x="3584967" y="2953117"/>
                </a:lnTo>
                <a:lnTo>
                  <a:pt x="0" y="29531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713015" y="9445795"/>
            <a:ext cx="3430985" cy="3532546"/>
          </a:xfrm>
          <a:custGeom>
            <a:avLst/>
            <a:gdLst/>
            <a:ahLst/>
            <a:cxnLst/>
            <a:rect r="r" b="b" t="t" l="l"/>
            <a:pathLst>
              <a:path h="3532546" w="3430985">
                <a:moveTo>
                  <a:pt x="0" y="0"/>
                </a:moveTo>
                <a:lnTo>
                  <a:pt x="3430985" y="0"/>
                </a:lnTo>
                <a:lnTo>
                  <a:pt x="3430985" y="3532546"/>
                </a:lnTo>
                <a:lnTo>
                  <a:pt x="0" y="3532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5400000">
            <a:off x="-229458" y="-1204618"/>
            <a:ext cx="3173540" cy="4114800"/>
          </a:xfrm>
          <a:custGeom>
            <a:avLst/>
            <a:gdLst/>
            <a:ahLst/>
            <a:cxnLst/>
            <a:rect r="r" b="b" t="t" l="l"/>
            <a:pathLst>
              <a:path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746851" y="9445795"/>
            <a:ext cx="4026521" cy="2868897"/>
          </a:xfrm>
          <a:custGeom>
            <a:avLst/>
            <a:gdLst/>
            <a:ahLst/>
            <a:cxnLst/>
            <a:rect r="r" b="b" t="t" l="l"/>
            <a:pathLst>
              <a:path h="2868897" w="4026521">
                <a:moveTo>
                  <a:pt x="0" y="0"/>
                </a:moveTo>
                <a:lnTo>
                  <a:pt x="4026522" y="0"/>
                </a:lnTo>
                <a:lnTo>
                  <a:pt x="4026522" y="2868897"/>
                </a:lnTo>
                <a:lnTo>
                  <a:pt x="0" y="28688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10648667">
            <a:off x="-1168431" y="5891076"/>
            <a:ext cx="2015470" cy="3324487"/>
          </a:xfrm>
          <a:custGeom>
            <a:avLst/>
            <a:gdLst/>
            <a:ahLst/>
            <a:cxnLst/>
            <a:rect r="r" b="b" t="t" l="l"/>
            <a:pathLst>
              <a:path h="3324487" w="2015470">
                <a:moveTo>
                  <a:pt x="0" y="0"/>
                </a:moveTo>
                <a:lnTo>
                  <a:pt x="2015471" y="0"/>
                </a:lnTo>
                <a:lnTo>
                  <a:pt x="2015471" y="3324487"/>
                </a:lnTo>
                <a:lnTo>
                  <a:pt x="0" y="33244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034819" y="7553320"/>
            <a:ext cx="897957" cy="1287393"/>
          </a:xfrm>
          <a:custGeom>
            <a:avLst/>
            <a:gdLst/>
            <a:ahLst/>
            <a:cxnLst/>
            <a:rect r="r" b="b" t="t" l="l"/>
            <a:pathLst>
              <a:path h="1287393" w="897957">
                <a:moveTo>
                  <a:pt x="0" y="0"/>
                </a:moveTo>
                <a:lnTo>
                  <a:pt x="897957" y="0"/>
                </a:lnTo>
                <a:lnTo>
                  <a:pt x="897957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981409" y="266023"/>
            <a:ext cx="3693950" cy="463423"/>
          </a:xfrm>
          <a:custGeom>
            <a:avLst/>
            <a:gdLst/>
            <a:ahLst/>
            <a:cxnLst/>
            <a:rect r="r" b="b" t="t" l="l"/>
            <a:pathLst>
              <a:path h="463423" w="3693950">
                <a:moveTo>
                  <a:pt x="0" y="0"/>
                </a:moveTo>
                <a:lnTo>
                  <a:pt x="3693950" y="0"/>
                </a:lnTo>
                <a:lnTo>
                  <a:pt x="3693950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501810">
            <a:off x="17102962" y="4354942"/>
            <a:ext cx="2479461" cy="1549663"/>
          </a:xfrm>
          <a:custGeom>
            <a:avLst/>
            <a:gdLst/>
            <a:ahLst/>
            <a:cxnLst/>
            <a:rect r="r" b="b" t="t" l="l"/>
            <a:pathLst>
              <a:path h="1549663" w="2479461">
                <a:moveTo>
                  <a:pt x="0" y="0"/>
                </a:moveTo>
                <a:lnTo>
                  <a:pt x="2479462" y="0"/>
                </a:lnTo>
                <a:lnTo>
                  <a:pt x="2479462" y="1549664"/>
                </a:lnTo>
                <a:lnTo>
                  <a:pt x="0" y="154966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876448" y="9258300"/>
            <a:ext cx="2685557" cy="2111519"/>
          </a:xfrm>
          <a:custGeom>
            <a:avLst/>
            <a:gdLst/>
            <a:ahLst/>
            <a:cxnLst/>
            <a:rect r="r" b="b" t="t" l="l"/>
            <a:pathLst>
              <a:path h="2111519" w="2685557">
                <a:moveTo>
                  <a:pt x="0" y="0"/>
                </a:moveTo>
                <a:lnTo>
                  <a:pt x="2685557" y="0"/>
                </a:lnTo>
                <a:lnTo>
                  <a:pt x="2685557" y="2111519"/>
                </a:lnTo>
                <a:lnTo>
                  <a:pt x="0" y="211151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-2532982" y="2632021"/>
            <a:ext cx="3665787" cy="3299209"/>
          </a:xfrm>
          <a:custGeom>
            <a:avLst/>
            <a:gdLst/>
            <a:ahLst/>
            <a:cxnLst/>
            <a:rect r="r" b="b" t="t" l="l"/>
            <a:pathLst>
              <a:path h="3299209" w="3665787">
                <a:moveTo>
                  <a:pt x="0" y="0"/>
                </a:moveTo>
                <a:lnTo>
                  <a:pt x="3665787" y="0"/>
                </a:lnTo>
                <a:lnTo>
                  <a:pt x="3665787" y="3299209"/>
                </a:lnTo>
                <a:lnTo>
                  <a:pt x="0" y="3299209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3573977" y="-1499408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49" y="0"/>
                </a:lnTo>
                <a:lnTo>
                  <a:pt x="2345749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6192121" y="2914635"/>
            <a:ext cx="5903757" cy="1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3"/>
              </a:lnSpc>
            </a:pPr>
            <a:r>
              <a:rPr lang="en-US" sz="9439" spc="-160">
                <a:solidFill>
                  <a:srgbClr val="D0E6ED"/>
                </a:solidFill>
                <a:latin typeface="Lazydog"/>
                <a:ea typeface="Lazydog"/>
                <a:cs typeface="Lazydog"/>
                <a:sym typeface="Lazydog"/>
              </a:rPr>
              <a:t>muchas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926434" y="7103260"/>
            <a:ext cx="6435131" cy="269105"/>
          </a:xfrm>
          <a:custGeom>
            <a:avLst/>
            <a:gdLst/>
            <a:ahLst/>
            <a:cxnLst/>
            <a:rect r="r" b="b" t="t" l="l"/>
            <a:pathLst>
              <a:path h="269105" w="6435131">
                <a:moveTo>
                  <a:pt x="0" y="0"/>
                </a:moveTo>
                <a:lnTo>
                  <a:pt x="6435132" y="0"/>
                </a:lnTo>
                <a:lnTo>
                  <a:pt x="6435132" y="269105"/>
                </a:lnTo>
                <a:lnTo>
                  <a:pt x="0" y="269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878715" y="4660731"/>
            <a:ext cx="1545796" cy="1794828"/>
          </a:xfrm>
          <a:custGeom>
            <a:avLst/>
            <a:gdLst/>
            <a:ahLst/>
            <a:cxnLst/>
            <a:rect r="r" b="b" t="t" l="l"/>
            <a:pathLst>
              <a:path h="1794828" w="1545796">
                <a:moveTo>
                  <a:pt x="0" y="0"/>
                </a:moveTo>
                <a:lnTo>
                  <a:pt x="1545796" y="0"/>
                </a:lnTo>
                <a:lnTo>
                  <a:pt x="1545796" y="1794829"/>
                </a:lnTo>
                <a:lnTo>
                  <a:pt x="0" y="1794829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469168" y="4742554"/>
            <a:ext cx="560719" cy="1631183"/>
          </a:xfrm>
          <a:custGeom>
            <a:avLst/>
            <a:gdLst/>
            <a:ahLst/>
            <a:cxnLst/>
            <a:rect r="r" b="b" t="t" l="l"/>
            <a:pathLst>
              <a:path h="1631183" w="560719">
                <a:moveTo>
                  <a:pt x="0" y="0"/>
                </a:moveTo>
                <a:lnTo>
                  <a:pt x="560719" y="0"/>
                </a:lnTo>
                <a:lnTo>
                  <a:pt x="560719" y="1631183"/>
                </a:lnTo>
                <a:lnTo>
                  <a:pt x="0" y="163118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5474436" y="4679904"/>
            <a:ext cx="1242711" cy="1756482"/>
          </a:xfrm>
          <a:custGeom>
            <a:avLst/>
            <a:gdLst/>
            <a:ahLst/>
            <a:cxnLst/>
            <a:rect r="r" b="b" t="t" l="l"/>
            <a:pathLst>
              <a:path h="1756482" w="1242711">
                <a:moveTo>
                  <a:pt x="0" y="0"/>
                </a:moveTo>
                <a:lnTo>
                  <a:pt x="1242712" y="0"/>
                </a:lnTo>
                <a:lnTo>
                  <a:pt x="1242712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3547523" y="4664299"/>
            <a:ext cx="1765346" cy="1787692"/>
          </a:xfrm>
          <a:custGeom>
            <a:avLst/>
            <a:gdLst/>
            <a:ahLst/>
            <a:cxnLst/>
            <a:rect r="r" b="b" t="t" l="l"/>
            <a:pathLst>
              <a:path h="1787692" w="1765346">
                <a:moveTo>
                  <a:pt x="0" y="0"/>
                </a:moveTo>
                <a:lnTo>
                  <a:pt x="1765346" y="0"/>
                </a:lnTo>
                <a:lnTo>
                  <a:pt x="1765346" y="1787692"/>
                </a:lnTo>
                <a:lnTo>
                  <a:pt x="0" y="178769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8446427" y="4679904"/>
            <a:ext cx="1861173" cy="1756482"/>
          </a:xfrm>
          <a:custGeom>
            <a:avLst/>
            <a:gdLst/>
            <a:ahLst/>
            <a:cxnLst/>
            <a:rect r="r" b="b" t="t" l="l"/>
            <a:pathLst>
              <a:path h="1756482" w="1861173">
                <a:moveTo>
                  <a:pt x="0" y="0"/>
                </a:moveTo>
                <a:lnTo>
                  <a:pt x="1861173" y="0"/>
                </a:lnTo>
                <a:lnTo>
                  <a:pt x="1861173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1191455" y="4660731"/>
            <a:ext cx="1545796" cy="1794828"/>
          </a:xfrm>
          <a:custGeom>
            <a:avLst/>
            <a:gdLst/>
            <a:ahLst/>
            <a:cxnLst/>
            <a:rect r="r" b="b" t="t" l="l"/>
            <a:pathLst>
              <a:path h="1794828" w="1545796">
                <a:moveTo>
                  <a:pt x="0" y="0"/>
                </a:moveTo>
                <a:lnTo>
                  <a:pt x="1545796" y="0"/>
                </a:lnTo>
                <a:lnTo>
                  <a:pt x="1545796" y="1794829"/>
                </a:lnTo>
                <a:lnTo>
                  <a:pt x="0" y="1794829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2898818" y="4679904"/>
            <a:ext cx="1841659" cy="1756482"/>
          </a:xfrm>
          <a:custGeom>
            <a:avLst/>
            <a:gdLst/>
            <a:ahLst/>
            <a:cxnLst/>
            <a:rect r="r" b="b" t="t" l="l"/>
            <a:pathLst>
              <a:path h="1756482" w="1841659">
                <a:moveTo>
                  <a:pt x="0" y="0"/>
                </a:moveTo>
                <a:lnTo>
                  <a:pt x="1841659" y="0"/>
                </a:lnTo>
                <a:lnTo>
                  <a:pt x="1841659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DAHUMefFiow</dc:identifier>
  <dcterms:modified xsi:type="dcterms:W3CDTF">2011-08-01T06:04:30Z</dcterms:modified>
  <cp:revision>1</cp:revision>
  <dc:title>Presentación Proyecto Creativo Moderno Azul</dc:title>
</cp:coreProperties>
</file>